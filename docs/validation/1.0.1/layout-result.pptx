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01e1bcb0091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a2181cc3f842f8"/>
  </p:sldMasterIdLst>
  <p:sldIdLst>
    <p:sldId xmlns:r="http://schemas.openxmlformats.org/officeDocument/2006/relationships" id="256" r:id="R9838dbfaca1b4dec"/>
    <p:sldId xmlns:r="http://schemas.openxmlformats.org/officeDocument/2006/relationships" id="257" r:id="R2b8ffb99959a45d2"/>
    <p:sldId xmlns:r="http://schemas.openxmlformats.org/officeDocument/2006/relationships" id="258" r:id="R94a285c8fcff4b6c"/>
  </p:sldIdLst>
  <p:sldSz cx="7620000" cy="10160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2181cc3f842f8" /><Relationship Type="http://schemas.openxmlformats.org/officeDocument/2006/relationships/slide" Target="/ppt/slides/slide1.xml" Id="R9838dbfaca1b4dec" /><Relationship Type="http://schemas.openxmlformats.org/officeDocument/2006/relationships/slide" Target="/ppt/slides/slide2.xml" Id="R2b8ffb99959a45d2" /><Relationship Type="http://schemas.openxmlformats.org/officeDocument/2006/relationships/slide" Target="/ppt/slides/slide3.xml" Id="R94a285c8fcff4b6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2bc720b054ac3" /></Relationships>
</file>

<file path=ppt/slideLayouts/slideLayout1.xml><?xml version="1.0" encoding="utf-8"?>
<p:sldLayout xmlns:p="http://schemas.openxmlformats.org/presentationml/2006/main" type="blank" preserve="1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52c192b6b42c3" /><Relationship Type="http://schemas.openxmlformats.org/officeDocument/2006/relationships/theme" Target="/ppt/slideMasters/theme/theme1.xml" Id="R413e5b1ae6b14be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052c192b6b42c3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PDF 原版式">
  <a:themeElements>
    <a:clrScheme name="顺手工具箱">
      <a:dk1>
        <a:sysClr val="windowText" lastClr="000000"/>
      </a:dk1>
      <a:lt1>
        <a:sysClr val="window" lastClr="FFFFFF"/>
      </a:lt1>
      <a:dk2>
        <a:srgbClr val="20252B"/>
      </a:dk2>
      <a:lt2>
        <a:srgbClr val="F7F8FA"/>
      </a:lt2>
      <a:accent1>
        <a:srgbClr val="087F8C"/>
      </a:accent1>
      <a:accent2>
        <a:srgbClr val="5671C1"/>
      </a:accent2>
      <a:accent3>
        <a:srgbClr val="8BA463"/>
      </a:accent3>
      <a:accent4>
        <a:srgbClr val="D29552"/>
      </a:accent4>
      <a:accent5>
        <a:srgbClr val="A379A7"/>
      </a:accent5>
      <a:accent6>
        <a:srgbClr val="619FB5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icrosoft YaHei"/>
        <a:cs typeface="Arial"/>
      </a:majorFont>
      <a:minorFont>
        <a:latin typeface="Calibri"/>
        <a:ea typeface="Microsoft YaHei"/>
        <a:cs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dc9f5ad714c34" /><Relationship Type="http://schemas.openxmlformats.org/officeDocument/2006/relationships/image" Target="/ppt/media/image.png" Id="Ra2e6422d26ce41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80e6f05d49c2" /><Relationship Type="http://schemas.openxmlformats.org/officeDocument/2006/relationships/image" Target="/ppt/media/image2.png" Id="R4d1be7a132574b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66b444b404f6d" /><Relationship Type="http://schemas.openxmlformats.org/officeDocument/2006/relationships/image" Target="/ppt/media/image3.png" Id="R56657434b99b4a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DF 页面图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6422d26ce411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7620000" cy="10160000"/>
          </a:xfrm>
          <a:prstGeom xmlns:a="http://schemas.openxmlformats.org/drawingml/2006/main" prst="rect">
            <a:avLst/>
          </a:prstGeom>
        </p:spPr>
      </p:pic>
      <p:sp>
        <p:nvSpPr>
          <p:cNvPr id="3" name="可编辑文字"/>
          <p:cNvSpPr txBox="1"/>
          <p:nvPr/>
        </p:nvSpPr>
        <p:spPr>
          <a:xfrm xmlns:a="http://schemas.openxmlformats.org/drawingml/2006/main" rot="0">
            <a:off x="635000" y="543153"/>
            <a:ext cx="173593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1A334C"/>
                </a:solidFill>
                <a:latin typeface="Arial"/>
                <a:ea typeface="Arial"/>
                <a:cs typeface="Arial"/>
              </a:rPr>
              <a:t>Layout Title</a:t>
            </a:r>
            <a:endParaRPr/>
          </a:p>
        </p:txBody>
      </p:sp>
      <p:sp>
        <p:nvSpPr>
          <p:cNvPr id="4" name="可编辑文字"/>
          <p:cNvSpPr txBox="1"/>
          <p:nvPr/>
        </p:nvSpPr>
        <p:spPr>
          <a:xfrm xmlns:a="http://schemas.openxmlformats.org/drawingml/2006/main" rot="0">
            <a:off x="889000" y="2557576"/>
            <a:ext cx="89773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 Cell A</a:t>
            </a:r>
            <a:endParaRPr/>
          </a:p>
        </p:txBody>
      </p:sp>
      <p:sp>
        <p:nvSpPr>
          <p:cNvPr id="5" name="可编辑文字"/>
          <p:cNvSpPr txBox="1"/>
          <p:nvPr/>
        </p:nvSpPr>
        <p:spPr>
          <a:xfrm xmlns:a="http://schemas.openxmlformats.org/drawingml/2006/main" rot="0">
            <a:off x="889000" y="3319576"/>
            <a:ext cx="89773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 Cell B</a:t>
            </a:r>
            <a:endParaRPr/>
          </a:p>
        </p:txBody>
      </p:sp>
      <p:sp>
        <p:nvSpPr>
          <p:cNvPr id="6" name="可编辑文字"/>
          <p:cNvSpPr txBox="1"/>
          <p:nvPr/>
        </p:nvSpPr>
        <p:spPr>
          <a:xfrm xmlns:a="http://schemas.openxmlformats.org/drawingml/2006/main" rot="0">
            <a:off x="762000" y="4807102"/>
            <a:ext cx="1741627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Nested Form Text</a:t>
            </a:r>
            <a:endParaRPr/>
          </a:p>
        </p:txBody>
      </p:sp>
      <p:sp>
        <p:nvSpPr>
          <p:cNvPr id="7" name="可编辑文字"/>
          <p:cNvSpPr txBox="1"/>
          <p:nvPr/>
        </p:nvSpPr>
        <p:spPr>
          <a:xfrm xmlns:a="http://schemas.openxmlformats.org/drawingml/2006/main" rot="0">
            <a:off x="635000" y="6984339"/>
            <a:ext cx="1280312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Left column first</a:t>
            </a:r>
            <a:endParaRPr/>
          </a:p>
        </p:txBody>
      </p:sp>
      <p:sp>
        <p:nvSpPr>
          <p:cNvPr id="8" name="可编辑文字"/>
          <p:cNvSpPr txBox="1"/>
          <p:nvPr/>
        </p:nvSpPr>
        <p:spPr>
          <a:xfrm xmlns:a="http://schemas.openxmlformats.org/drawingml/2006/main" rot="0">
            <a:off x="4064000" y="6984339"/>
            <a:ext cx="1398727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Right column first</a:t>
            </a:r>
            <a:endParaRPr/>
          </a:p>
        </p:txBody>
      </p:sp>
      <p:sp>
        <p:nvSpPr>
          <p:cNvPr id="9" name="可编辑文字"/>
          <p:cNvSpPr txBox="1"/>
          <p:nvPr/>
        </p:nvSpPr>
        <p:spPr>
          <a:xfrm xmlns:a="http://schemas.openxmlformats.org/drawingml/2006/main" rot="0">
            <a:off x="635000" y="7289139"/>
            <a:ext cx="1567103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Left column second</a:t>
            </a:r>
            <a:endParaRPr/>
          </a:p>
        </p:txBody>
      </p:sp>
      <p:sp>
        <p:nvSpPr>
          <p:cNvPr id="10" name="可编辑文字"/>
          <p:cNvSpPr txBox="1"/>
          <p:nvPr/>
        </p:nvSpPr>
        <p:spPr>
          <a:xfrm xmlns:a="http://schemas.openxmlformats.org/drawingml/2006/main" rot="0">
            <a:off x="4064000" y="7289139"/>
            <a:ext cx="1685518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Right column second</a:t>
            </a:r>
            <a:endParaRPr/>
          </a:p>
        </p:txBody>
      </p:sp>
      <p:sp>
        <p:nvSpPr>
          <p:cNvPr id="11" name="可编辑文字"/>
          <p:cNvSpPr txBox="1"/>
          <p:nvPr/>
        </p:nvSpPr>
        <p:spPr>
          <a:xfrm xmlns:a="http://schemas.openxmlformats.org/drawingml/2006/main" rot="-5400000">
            <a:off x="6769036" y="8769985"/>
            <a:ext cx="6464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VERTICAL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DF 页面图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be7a132574ba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7620000" cy="101600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DF 页面图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57434b99b4ad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3175000"/>
            <a:ext cx="7620000" cy="3810000"/>
          </a:xfrm>
          <a:prstGeom xmlns:a="http://schemas.openxmlformats.org/drawingml/2006/main" prst="rect">
            <a:avLst/>
          </a:prstGeom>
        </p:spPr>
      </p:pic>
      <p:sp>
        <p:nvSpPr>
          <p:cNvPr id="3" name="可编辑文字"/>
          <p:cNvSpPr txBox="1"/>
          <p:nvPr/>
        </p:nvSpPr>
        <p:spPr>
          <a:xfrm xmlns:a="http://schemas.openxmlformats.org/drawingml/2006/main" rot="0">
            <a:off x="571500" y="3691293"/>
            <a:ext cx="215017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>
                <a:solidFill>
                  <a:srgbClr val="1A804C"/>
                </a:solidFill>
                <a:latin typeface="Arial"/>
                <a:ea typeface="Arial"/>
                <a:cs typeface="Arial"/>
              </a:rPr>
              <a:t>Landscape final page</a:t>
            </a:r>
            <a:endParaRPr/>
          </a:p>
        </p:txBody>
      </p:sp>
    </p:spTree>
  </p:cSld>
  <p:clrMapOvr>
    <a:masterClrMapping xmlns:a="http://schemas.openxmlformats.org/drawingml/2006/main"/>
  </p:clrMapOvr>
</p:sld>
</file>